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13-Nov-21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13-Nov-21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13-Nov-21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13-Nov-21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13-Nov-21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13-Nov-21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13-Nov-21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13-Nov-21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13-Nov-21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13-Nov-21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13-Nov-21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13-Nov-21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Software Quality</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638800"/>
          </a:xfrm>
        </p:spPr>
        <p:txBody>
          <a:bodyPr>
            <a:normAutofit/>
          </a:bodyPr>
          <a:lstStyle/>
          <a:p>
            <a:pPr algn="just"/>
            <a:r>
              <a:rPr lang="en-US" dirty="0" smtClean="0"/>
              <a:t>Quality software refers to a software which is reasonably bug or defect free, is delivered in time and within the specified budget, meets the requirements and/or expectations, and is </a:t>
            </a:r>
            <a:r>
              <a:rPr lang="en-US" dirty="0" smtClean="0"/>
              <a:t>maintainable</a:t>
            </a:r>
          </a:p>
          <a:p>
            <a:pPr algn="just"/>
            <a:endParaRPr lang="en-US" dirty="0" smtClean="0"/>
          </a:p>
          <a:p>
            <a:pPr algn="just"/>
            <a:r>
              <a:rPr lang="en-US" dirty="0" smtClean="0"/>
              <a:t>Software quality product is defined in term of its fitness of purpose. That is, a quality product does precisely what the users want it to do.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943600"/>
          </a:xfrm>
        </p:spPr>
        <p:txBody>
          <a:bodyPr>
            <a:normAutofit fontScale="85000" lnSpcReduction="10000"/>
          </a:bodyPr>
          <a:lstStyle/>
          <a:p>
            <a:pPr algn="just"/>
            <a:r>
              <a:rPr lang="en-US" dirty="0" smtClean="0"/>
              <a:t>This approach to software quality is best exemplified by fixed quality models, such as </a:t>
            </a:r>
            <a:r>
              <a:rPr lang="en-US" b="1" dirty="0" smtClean="0"/>
              <a:t>ISO/IEC 25010:2011</a:t>
            </a:r>
            <a:r>
              <a:rPr lang="en-US" dirty="0" smtClean="0"/>
              <a:t>. This standard describes a hierarchy of eight quality characteristics, each composed of </a:t>
            </a:r>
            <a:r>
              <a:rPr lang="en-US" dirty="0" smtClean="0"/>
              <a:t>sub-characteristics</a:t>
            </a:r>
          </a:p>
          <a:p>
            <a:pPr algn="just"/>
            <a:endParaRPr lang="en-US" dirty="0" smtClean="0"/>
          </a:p>
          <a:p>
            <a:r>
              <a:rPr lang="en-US" dirty="0" smtClean="0"/>
              <a:t>Functional suitability</a:t>
            </a:r>
          </a:p>
          <a:p>
            <a:r>
              <a:rPr lang="en-US" dirty="0" smtClean="0"/>
              <a:t>Reliability</a:t>
            </a:r>
          </a:p>
          <a:p>
            <a:r>
              <a:rPr lang="en-US" dirty="0" smtClean="0"/>
              <a:t>Operability</a:t>
            </a:r>
          </a:p>
          <a:p>
            <a:r>
              <a:rPr lang="en-US" dirty="0" smtClean="0"/>
              <a:t>Performance efficiency</a:t>
            </a:r>
          </a:p>
          <a:p>
            <a:r>
              <a:rPr lang="en-US" dirty="0" smtClean="0"/>
              <a:t>Security</a:t>
            </a:r>
          </a:p>
          <a:p>
            <a:r>
              <a:rPr lang="en-US" dirty="0" smtClean="0"/>
              <a:t>Compatibility</a:t>
            </a:r>
          </a:p>
          <a:p>
            <a:r>
              <a:rPr lang="en-US" dirty="0" smtClean="0"/>
              <a:t>Maintainability</a:t>
            </a:r>
          </a:p>
          <a:p>
            <a:r>
              <a:rPr lang="en-US" dirty="0" smtClean="0"/>
              <a:t>Transferability</a:t>
            </a:r>
            <a:endParaRPr lang="en-US"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sp>
        <p:nvSpPr>
          <p:cNvPr id="7170" name="AutoShape 2" descr="ISO/IEC 25010:2011 Software Quality Model"/>
          <p:cNvSpPr>
            <a:spLocks noChangeAspect="1" noChangeArrowheads="1"/>
          </p:cNvSpPr>
          <p:nvPr/>
        </p:nvSpPr>
        <p:spPr bwMode="auto">
          <a:xfrm>
            <a:off x="155575" y="-1157288"/>
            <a:ext cx="7486650" cy="241935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171" name="Picture 3" descr="C:\Users\MRCET\Downloads\Software quality.JPG"/>
          <p:cNvPicPr>
            <a:picLocks noChangeAspect="1" noChangeArrowheads="1"/>
          </p:cNvPicPr>
          <p:nvPr/>
        </p:nvPicPr>
        <p:blipFill>
          <a:blip r:embed="rId2"/>
          <a:srcRect/>
          <a:stretch>
            <a:fillRect/>
          </a:stretch>
        </p:blipFill>
        <p:spPr bwMode="auto">
          <a:xfrm>
            <a:off x="228600" y="152400"/>
            <a:ext cx="8915400" cy="647700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6146" name="Picture 2" descr="Software Quality Assurance"/>
          <p:cNvPicPr>
            <a:picLocks noChangeAspect="1" noChangeArrowheads="1"/>
          </p:cNvPicPr>
          <p:nvPr/>
        </p:nvPicPr>
        <p:blipFill>
          <a:blip r:embed="rId2"/>
          <a:srcRect/>
          <a:stretch>
            <a:fillRect/>
          </a:stretch>
        </p:blipFill>
        <p:spPr bwMode="auto">
          <a:xfrm>
            <a:off x="304800" y="1828800"/>
            <a:ext cx="8580379" cy="32004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715000"/>
          </a:xfrm>
        </p:spPr>
        <p:txBody>
          <a:bodyPr>
            <a:normAutofit fontScale="92500" lnSpcReduction="10000"/>
          </a:bodyPr>
          <a:lstStyle/>
          <a:p>
            <a:pPr algn="just"/>
            <a:r>
              <a:rPr lang="en-US" b="1" dirty="0" smtClean="0"/>
              <a:t>Software Quality Assurance (SQA)</a:t>
            </a:r>
            <a:r>
              <a:rPr lang="en-US" dirty="0" smtClean="0"/>
              <a:t> is simply a way to assure quality in the software. It is the set of activities which ensure processes, procedures as well as standards are suitable for the project and implemented correctly. </a:t>
            </a:r>
            <a:endParaRPr lang="en-US" dirty="0" smtClean="0"/>
          </a:p>
          <a:p>
            <a:pPr algn="just"/>
            <a:endParaRPr lang="en-US" dirty="0" smtClean="0"/>
          </a:p>
          <a:p>
            <a:pPr algn="just"/>
            <a:r>
              <a:rPr lang="en-US" dirty="0" smtClean="0"/>
              <a:t>Software Quality Assurance is a process which works parallel to development of software. It focuses on improving the process of development of software so that problems can be prevented before they become a major issue. Software Quality Assurance is a kind of Umbrella activity that is applied throughout the software process. </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Major Software Quality Assurance </a:t>
            </a:r>
            <a:r>
              <a:rPr lang="en-US" b="1" dirty="0" smtClean="0"/>
              <a:t>Activities</a:t>
            </a:r>
            <a:endParaRPr lang="en-US" dirty="0"/>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pPr>
              <a:buNone/>
            </a:pPr>
            <a:r>
              <a:rPr lang="en-US" b="1" dirty="0" smtClean="0"/>
              <a:t>SQA Management </a:t>
            </a:r>
            <a:r>
              <a:rPr lang="en-US" b="1" dirty="0" smtClean="0"/>
              <a:t>Plan</a:t>
            </a:r>
          </a:p>
          <a:p>
            <a:pPr algn="just">
              <a:buNone/>
            </a:pPr>
            <a:r>
              <a:rPr lang="en-US" dirty="0" smtClean="0"/>
              <a:t/>
            </a:r>
            <a:br>
              <a:rPr lang="en-US" dirty="0" smtClean="0"/>
            </a:br>
            <a:r>
              <a:rPr lang="en-US" dirty="0" smtClean="0"/>
              <a:t>Make a plan for how you will carry out the </a:t>
            </a:r>
            <a:r>
              <a:rPr lang="en-US" dirty="0" err="1" smtClean="0"/>
              <a:t>sqa</a:t>
            </a:r>
            <a:r>
              <a:rPr lang="en-US" dirty="0" smtClean="0"/>
              <a:t> through out the project. Think about which set of software engineering activities are the best for project. check level of </a:t>
            </a:r>
            <a:r>
              <a:rPr lang="en-US" dirty="0" err="1" smtClean="0"/>
              <a:t>sqa</a:t>
            </a:r>
            <a:r>
              <a:rPr lang="en-US" dirty="0" smtClean="0"/>
              <a:t> team skills</a:t>
            </a:r>
            <a:r>
              <a:rPr lang="en-US" dirty="0" smtClean="0"/>
              <a:t>.</a:t>
            </a:r>
          </a:p>
          <a:p>
            <a:pPr>
              <a:buNone/>
            </a:pPr>
            <a:endParaRPr lang="en-US" dirty="0" smtClean="0"/>
          </a:p>
          <a:p>
            <a:pPr>
              <a:buNone/>
            </a:pPr>
            <a:r>
              <a:rPr lang="en-US" b="1" dirty="0" smtClean="0"/>
              <a:t>Set </a:t>
            </a:r>
            <a:r>
              <a:rPr lang="en-US" b="1" dirty="0" smtClean="0"/>
              <a:t>The Check </a:t>
            </a:r>
            <a:r>
              <a:rPr lang="en-US" b="1" dirty="0" smtClean="0"/>
              <a:t>Points</a:t>
            </a:r>
          </a:p>
          <a:p>
            <a:pPr algn="just">
              <a:buNone/>
            </a:pPr>
            <a:r>
              <a:rPr lang="en-US" dirty="0" smtClean="0"/>
              <a:t/>
            </a:r>
            <a:br>
              <a:rPr lang="en-US" dirty="0" smtClean="0"/>
            </a:br>
            <a:r>
              <a:rPr lang="en-US" dirty="0" smtClean="0"/>
              <a:t>SQA team should set checkpoints. Evaluate the performance of the project on the basis of collected data on different check points.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a:buNone/>
            </a:pPr>
            <a:r>
              <a:rPr lang="en-US" b="1" dirty="0" smtClean="0"/>
              <a:t>Multi testing </a:t>
            </a:r>
            <a:r>
              <a:rPr lang="en-US" b="1" dirty="0" smtClean="0"/>
              <a:t>Strategy</a:t>
            </a:r>
            <a:endParaRPr lang="en-US" b="1" dirty="0" smtClean="0"/>
          </a:p>
          <a:p>
            <a:pPr algn="just">
              <a:buNone/>
            </a:pPr>
            <a:r>
              <a:rPr lang="en-US" dirty="0" smtClean="0"/>
              <a:t/>
            </a:r>
            <a:br>
              <a:rPr lang="en-US" dirty="0" smtClean="0"/>
            </a:br>
            <a:r>
              <a:rPr lang="en-US" dirty="0" smtClean="0"/>
              <a:t>Do not depend on a single testing approach. When you have a lot of testing approaches available use </a:t>
            </a:r>
            <a:r>
              <a:rPr lang="en-US" dirty="0" smtClean="0"/>
              <a:t>them</a:t>
            </a:r>
          </a:p>
          <a:p>
            <a:pPr algn="just">
              <a:buNone/>
            </a:pPr>
            <a:endParaRPr lang="en-US" dirty="0" smtClean="0"/>
          </a:p>
          <a:p>
            <a:pPr>
              <a:buNone/>
            </a:pPr>
            <a:r>
              <a:rPr lang="en-US" b="1" dirty="0" smtClean="0"/>
              <a:t>Measure </a:t>
            </a:r>
            <a:r>
              <a:rPr lang="en-US" b="1" dirty="0" smtClean="0"/>
              <a:t>Change </a:t>
            </a:r>
            <a:r>
              <a:rPr lang="en-US" b="1" dirty="0" smtClean="0"/>
              <a:t>Impact</a:t>
            </a:r>
            <a:endParaRPr lang="en-US" b="1" dirty="0" smtClean="0"/>
          </a:p>
          <a:p>
            <a:pPr algn="just">
              <a:buNone/>
            </a:pPr>
            <a:r>
              <a:rPr lang="en-US" dirty="0" smtClean="0"/>
              <a:t/>
            </a:r>
            <a:br>
              <a:rPr lang="en-US" dirty="0" smtClean="0"/>
            </a:br>
            <a:r>
              <a:rPr lang="en-US" dirty="0" smtClean="0"/>
              <a:t>The changes for making the correction of an error sometimes re introduces more errors keep the measure of impact of change on project. Reset the new change to change check the compatibility of this fix with </a:t>
            </a:r>
            <a:r>
              <a:rPr lang="en-US" dirty="0" smtClean="0"/>
              <a:t>whole project</a:t>
            </a:r>
            <a:r>
              <a:rPr lang="en-US" dirty="0" smtClean="0"/>
              <a:t>. </a:t>
            </a:r>
            <a:br>
              <a:rPr lang="en-US" dirty="0" smtClean="0"/>
            </a:br>
            <a:r>
              <a:rPr lang="en-US" dirty="0" smtClean="0"/>
              <a:t>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t>Manage Good </a:t>
            </a:r>
            <a:r>
              <a:rPr lang="en-US" b="1" dirty="0" smtClean="0"/>
              <a:t>Relations</a:t>
            </a:r>
            <a:endParaRPr lang="en-US" b="1" dirty="0" smtClean="0"/>
          </a:p>
          <a:p>
            <a:pPr algn="just">
              <a:buNone/>
            </a:pPr>
            <a:r>
              <a:rPr lang="en-US" dirty="0" smtClean="0"/>
              <a:t/>
            </a:r>
            <a:br>
              <a:rPr lang="en-US" dirty="0" smtClean="0"/>
            </a:br>
            <a:r>
              <a:rPr lang="en-US" dirty="0" smtClean="0"/>
              <a:t>In the working environment managing good relations with other teams involved in the project development is mandatory. Bad relation of </a:t>
            </a:r>
            <a:r>
              <a:rPr lang="en-US" dirty="0" err="1" smtClean="0"/>
              <a:t>sqa</a:t>
            </a:r>
            <a:r>
              <a:rPr lang="en-US" dirty="0" smtClean="0"/>
              <a:t> team with programmers team will impact directly and badly on project. Don’t play politics. </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 </a:t>
            </a:r>
            <a:r>
              <a:rPr lang="en-US" dirty="0" smtClean="0"/>
              <a:t>of </a:t>
            </a:r>
            <a:r>
              <a:rPr lang="en-US" dirty="0" smtClean="0"/>
              <a:t>SQA</a:t>
            </a:r>
            <a:endParaRPr lang="en-US" dirty="0"/>
          </a:p>
        </p:txBody>
      </p:sp>
      <p:sp>
        <p:nvSpPr>
          <p:cNvPr id="3" name="Content Placeholder 2"/>
          <p:cNvSpPr>
            <a:spLocks noGrp="1"/>
          </p:cNvSpPr>
          <p:nvPr>
            <p:ph idx="1"/>
          </p:nvPr>
        </p:nvSpPr>
        <p:spPr/>
        <p:txBody>
          <a:bodyPr/>
          <a:lstStyle/>
          <a:p>
            <a:r>
              <a:rPr lang="en-US" dirty="0" smtClean="0"/>
              <a:t>SQA produces high quality software. </a:t>
            </a:r>
            <a:endParaRPr lang="en-US" dirty="0" smtClean="0"/>
          </a:p>
          <a:p>
            <a:r>
              <a:rPr lang="en-US" dirty="0" smtClean="0"/>
              <a:t>High </a:t>
            </a:r>
            <a:r>
              <a:rPr lang="en-US" dirty="0" smtClean="0"/>
              <a:t>quality application saves time and cost. </a:t>
            </a:r>
            <a:endParaRPr lang="en-US" dirty="0" smtClean="0"/>
          </a:p>
          <a:p>
            <a:r>
              <a:rPr lang="en-US" dirty="0" smtClean="0"/>
              <a:t>SQA </a:t>
            </a:r>
            <a:r>
              <a:rPr lang="en-US" dirty="0" smtClean="0"/>
              <a:t>is beneficial for better reliability. </a:t>
            </a:r>
            <a:endParaRPr lang="en-US" dirty="0" smtClean="0"/>
          </a:p>
          <a:p>
            <a:r>
              <a:rPr lang="en-US" dirty="0" smtClean="0"/>
              <a:t>SQA </a:t>
            </a:r>
            <a:r>
              <a:rPr lang="en-US" dirty="0" smtClean="0"/>
              <a:t>is beneficial in the condition of no maintenance for a long time. </a:t>
            </a:r>
            <a:endParaRPr lang="en-US" dirty="0" smtClean="0"/>
          </a:p>
          <a:p>
            <a:r>
              <a:rPr lang="en-US" dirty="0" smtClean="0"/>
              <a:t>High </a:t>
            </a:r>
            <a:r>
              <a:rPr lang="en-US" dirty="0" smtClean="0"/>
              <a:t>quality commercial software increase market share of company. </a:t>
            </a:r>
            <a:endParaRPr lang="en-US" dirty="0" smtClean="0"/>
          </a:p>
          <a:p>
            <a:r>
              <a:rPr lang="en-US" dirty="0" smtClean="0"/>
              <a:t>Improving </a:t>
            </a:r>
            <a:r>
              <a:rPr lang="en-US" dirty="0" smtClean="0"/>
              <a:t>the process of creating software.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 of </a:t>
            </a:r>
            <a:r>
              <a:rPr lang="en-US" dirty="0" smtClean="0"/>
              <a:t>SQA</a:t>
            </a:r>
            <a:endParaRPr lang="en-US" dirty="0"/>
          </a:p>
        </p:txBody>
      </p:sp>
      <p:sp>
        <p:nvSpPr>
          <p:cNvPr id="3" name="Content Placeholder 2"/>
          <p:cNvSpPr>
            <a:spLocks noGrp="1"/>
          </p:cNvSpPr>
          <p:nvPr>
            <p:ph idx="1"/>
          </p:nvPr>
        </p:nvSpPr>
        <p:spPr/>
        <p:txBody>
          <a:bodyPr/>
          <a:lstStyle/>
          <a:p>
            <a:pPr algn="just">
              <a:buNone/>
            </a:pPr>
            <a:r>
              <a:rPr lang="en-US" dirty="0" smtClean="0"/>
              <a:t>There are a number of disadvantages of quality assurance. Some of them include </a:t>
            </a:r>
            <a:endParaRPr lang="en-US" dirty="0" smtClean="0"/>
          </a:p>
          <a:p>
            <a:pPr algn="just">
              <a:buNone/>
            </a:pPr>
            <a:endParaRPr lang="en-US" dirty="0" smtClean="0"/>
          </a:p>
          <a:p>
            <a:pPr algn="just"/>
            <a:r>
              <a:rPr lang="en-US" dirty="0" smtClean="0"/>
              <a:t>adding </a:t>
            </a:r>
            <a:r>
              <a:rPr lang="en-US" dirty="0" smtClean="0"/>
              <a:t>more resources, </a:t>
            </a:r>
            <a:endParaRPr lang="en-US" dirty="0" smtClean="0"/>
          </a:p>
          <a:p>
            <a:pPr algn="just"/>
            <a:r>
              <a:rPr lang="en-US" dirty="0" smtClean="0"/>
              <a:t>employing </a:t>
            </a:r>
            <a:r>
              <a:rPr lang="en-US" dirty="0" smtClean="0"/>
              <a:t>more workers to help maintain quality and so much more.</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203</Words>
  <Application>Microsoft Office PowerPoint</Application>
  <PresentationFormat>On-screen Show (4:3)</PresentationFormat>
  <Paragraphs>42</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Software Quality</vt:lpstr>
      <vt:lpstr>Slide 2</vt:lpstr>
      <vt:lpstr>Slide 3</vt:lpstr>
      <vt:lpstr>Slide 4</vt:lpstr>
      <vt:lpstr>Slide 5</vt:lpstr>
      <vt:lpstr>Slide 6</vt:lpstr>
      <vt:lpstr>Major Software Quality Assurance Activities</vt:lpstr>
      <vt:lpstr>Slide 8</vt:lpstr>
      <vt:lpstr>Slide 9</vt:lpstr>
      <vt:lpstr>Advantage of SQA</vt:lpstr>
      <vt:lpstr>Disadvantage of SQA</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 M Viswa Bharathy</dc:creator>
  <cp:lastModifiedBy>MRCET</cp:lastModifiedBy>
  <cp:revision>20</cp:revision>
  <dcterms:created xsi:type="dcterms:W3CDTF">2006-08-16T00:00:00Z</dcterms:created>
  <dcterms:modified xsi:type="dcterms:W3CDTF">2021-11-13T05:06:49Z</dcterms:modified>
</cp:coreProperties>
</file>